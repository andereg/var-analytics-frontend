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35757F-D5FB-19E6-BE24-82F4903D309A}" v="44" dt="2026-03-19T20:04:39.815"/>
    <p1510:client id="{32B8854B-9A1B-8999-9976-6B759927348C}" v="30" dt="2026-03-19T19:28:31.918"/>
    <p1510:client id="{78E54F2A-A4BB-8FB1-74AE-FFFD9CA4CB38}" v="8" dt="2026-03-19T22:52:18.003"/>
    <p1510:client id="{F186429D-94EF-3233-DCD5-A1D8E28421C7}" v="1" dt="2026-03-19T20:05:07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248FA-CE1F-434C-ACF0-EF6C8D7BA4FA}" type="datetimeFigureOut"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09EBF-0251-4EAC-8DC9-ED46F02FE99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76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We've all been there or at least can relate</a:t>
            </a:r>
          </a:p>
          <a:p>
            <a:r>
              <a:rPr lang="en-US"/>
              <a:t>- Thesis (or other assignment) is due</a:t>
            </a:r>
          </a:p>
          <a:p>
            <a:r>
              <a:rPr lang="en-US"/>
              <a:t>- You don't know what to write about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- You might not have a network yet</a:t>
            </a:r>
          </a:p>
          <a:p>
            <a:r>
              <a:rPr lang="en-US"/>
              <a:t>- time is ticking so you need a solution fast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09EBF-0251-4EAC-8DC9-ED46F02FE995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35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Core components to solve this problem are there (on </a:t>
            </a:r>
            <a:r>
              <a:rPr lang="en-US" err="1"/>
              <a:t>studyond</a:t>
            </a:r>
            <a:r>
              <a:rPr lang="en-US"/>
              <a:t>)</a:t>
            </a:r>
          </a:p>
          <a:p>
            <a:r>
              <a:rPr lang="en-US"/>
              <a:t>- We have a huge network of topics, experts and companies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- However, as a student who is just starting out this is </a:t>
            </a:r>
            <a:r>
              <a:rPr lang="en-US" err="1"/>
              <a:t>overwelming</a:t>
            </a:r>
            <a:endParaRPr lang="en-US" err="1">
              <a:ea typeface="Calibri"/>
              <a:cs typeface="Calibri"/>
            </a:endParaRPr>
          </a:p>
          <a:p>
            <a:r>
              <a:rPr lang="en-US"/>
              <a:t>- There is no streamlined process that brings these components together </a:t>
            </a:r>
          </a:p>
          <a:p>
            <a:r>
              <a:rPr lang="en-US"/>
              <a:t> 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-&gt; ending up in procrastinating and not finding a topic that you're passionate about or even miss out on a possible employment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09EBF-0251-4EAC-8DC9-ED46F02FE995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17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That's why build an AI mentor on top of the existing </a:t>
            </a:r>
            <a:r>
              <a:rPr lang="en-US" err="1"/>
              <a:t>studyond</a:t>
            </a:r>
            <a:r>
              <a:rPr lang="en-US"/>
              <a:t> components that streamlines this process</a:t>
            </a:r>
          </a:p>
          <a:p>
            <a:r>
              <a:rPr lang="en-US"/>
              <a:t>- It all starts with YOU - you are the most important part of your thesis</a:t>
            </a:r>
          </a:p>
          <a:p>
            <a:r>
              <a:rPr lang="en-US"/>
              <a:t>- Your SKILLS matter, your experience and your interests</a:t>
            </a:r>
          </a:p>
          <a:p>
            <a:r>
              <a:rPr lang="en-US"/>
              <a:t>- Our Mentor considers these by accepting TOR (explain), stuff like </a:t>
            </a:r>
            <a:r>
              <a:rPr lang="en-US" err="1"/>
              <a:t>github</a:t>
            </a:r>
            <a:r>
              <a:rPr lang="en-US"/>
              <a:t> or </a:t>
            </a:r>
            <a:r>
              <a:rPr lang="en-US" err="1"/>
              <a:t>linkedin</a:t>
            </a:r>
            <a:r>
              <a:rPr lang="en-US"/>
              <a:t> to extract topics you're good at, passionate about and gets to know you better</a:t>
            </a:r>
          </a:p>
          <a:p>
            <a:r>
              <a:rPr lang="en-US"/>
              <a:t> </a:t>
            </a:r>
          </a:p>
          <a:p>
            <a:r>
              <a:rPr lang="en-US"/>
              <a:t>An essential part of a close thesis partner </a:t>
            </a:r>
          </a:p>
          <a:p>
            <a:r>
              <a:rPr lang="en-US"/>
              <a:t> </a:t>
            </a:r>
          </a:p>
          <a:p>
            <a:r>
              <a:rPr lang="en-US"/>
              <a:t>- Our mentor accompanies you throughout the thesis process, </a:t>
            </a:r>
          </a:p>
          <a:p>
            <a:r>
              <a:rPr lang="en-US"/>
              <a:t>whether it is choosing your topic, company, experts</a:t>
            </a:r>
          </a:p>
          <a:p>
            <a:r>
              <a:rPr lang="en-US"/>
              <a:t> </a:t>
            </a:r>
          </a:p>
          <a:p>
            <a:r>
              <a:rPr lang="en-US"/>
              <a:t>- Our mentor ALWAYS leads you to success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09EBF-0251-4EAC-8DC9-ED46F02FE995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39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Using our progress tracking framework you always stay on track with your thesis... let it be topic decision, company selection, planing, writing and submitting </a:t>
            </a:r>
          </a:p>
          <a:p>
            <a:r>
              <a:rPr lang="en-US"/>
              <a:t>- Our AI mentor is always by your side, knows in which stage you are, can discuss topics, decisions or answer any questions you may have </a:t>
            </a:r>
          </a:p>
          <a:p>
            <a:r>
              <a:rPr lang="en-US"/>
              <a:t> </a:t>
            </a:r>
          </a:p>
          <a:p>
            <a:r>
              <a:rPr lang="en-US"/>
              <a:t>AND that's not all!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09EBF-0251-4EAC-8DC9-ED46F02FE995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76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Our AI mentor gets to know you better with each interaction </a:t>
            </a:r>
          </a:p>
          <a:p>
            <a:r>
              <a:rPr lang="en-US"/>
              <a:t>- Using a Persistent memory layer - the AI accumulates context across sessions and across progress phases</a:t>
            </a:r>
          </a:p>
          <a:p>
            <a:r>
              <a:rPr lang="en-US"/>
              <a:t>- This ensures our agent always knows your exact needs and whats right for your topic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09EBF-0251-4EAC-8DC9-ED46F02FE995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85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That's it for now, enough talk, let's see it in action!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09EBF-0251-4EAC-8DC9-ED46F02FE995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58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Thank you for your attention and we encourage you to try our prototype yourself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09EBF-0251-4EAC-8DC9-ED46F02FE995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7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843348-EA2A-912A-F33C-9D482D59B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D15F39-CC6A-E1F6-2B33-5AF86C5D0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05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0C26CB-0DF0-C9B0-4A2B-48052180A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855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212933-DC80-A679-746C-B74716CD6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4FCCD2-A71D-9961-FCB7-42738241D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061" y="3632819"/>
            <a:ext cx="856763" cy="85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27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F9D282-A0C9-CFA0-95FD-7B65C9957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3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3F7E6E-4FE0-C329-3F24-CA1D415F1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1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0A841-1404-186D-8FA5-BB8A81BFD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86279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Larissa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2026-03-19T19:23:59Z</dcterms:created>
  <dcterms:modified xsi:type="dcterms:W3CDTF">2026-03-19T23:23:36Z</dcterms:modified>
</cp:coreProperties>
</file>